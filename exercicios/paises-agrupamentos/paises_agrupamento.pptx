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9" r:id="rId3"/>
    <p:sldId id="259" r:id="rId4"/>
    <p:sldId id="271" r:id="rId5"/>
    <p:sldId id="268" r:id="rId6"/>
    <p:sldId id="272" r:id="rId7"/>
    <p:sldId id="257" r:id="rId8"/>
    <p:sldId id="25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200" d="100"/>
          <a:sy n="200" d="100"/>
        </p:scale>
        <p:origin x="1776" y="2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4BC0B-2730-4E9B-BB32-E56A8D11DBBE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C3557-845E-4D47-B439-5F43B091FF2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477F3-7F4B-4763-8B2B-BE550EBA6F02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BFF39-8B50-4C82-9FBD-B3276512FAD2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184"/>
            <a:ext cx="9151179" cy="4114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2643174" y="642918"/>
            <a:ext cx="635462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 pitchFamily="18" charset="-127"/>
                <a:ea typeface="Batang" pitchFamily="18" charset="-127"/>
              </a:rPr>
              <a:t>APRESENTAÇÃO DE RESULTADOS</a:t>
            </a:r>
          </a:p>
          <a:p>
            <a:pPr algn="ctr"/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 pitchFamily="18" charset="-127"/>
                <a:ea typeface="Batang" pitchFamily="18" charset="-127"/>
              </a:rPr>
              <a:t>Prof. Dr. Antonio Sergio </a:t>
            </a:r>
            <a:r>
              <a:rPr lang="en-US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 pitchFamily="18" charset="-127"/>
                <a:ea typeface="Batang" pitchFamily="18" charset="-127"/>
              </a:rPr>
              <a:t>Ferraudo</a:t>
            </a:r>
            <a:endParaRPr lang="en-US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 pitchFamily="18" charset="-127"/>
              <a:ea typeface="Batang" pitchFamily="18" charset="-127"/>
            </a:endParaRPr>
          </a:p>
          <a:p>
            <a:pPr algn="ctr"/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 pitchFamily="18" charset="-127"/>
                <a:ea typeface="Batang" pitchFamily="18" charset="-127"/>
              </a:rPr>
              <a:t>UNESP - </a:t>
            </a:r>
            <a:r>
              <a:rPr lang="en-US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tang" pitchFamily="18" charset="-127"/>
                <a:ea typeface="Batang" pitchFamily="18" charset="-127"/>
              </a:rPr>
              <a:t>Jaboticabal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tang" pitchFamily="18" charset="-127"/>
              <a:ea typeface="Batang" pitchFamily="18" charset="-127"/>
            </a:endParaRPr>
          </a:p>
        </p:txBody>
      </p:sp>
      <p:pic>
        <p:nvPicPr>
          <p:cNvPr id="31745" name="Picture 1" descr="C:\Users\PC Home Center\Desktop\Minha_foto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2"/>
            <a:ext cx="2406191" cy="27489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500166" y="1643050"/>
            <a:ext cx="6435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ANÁLISE DE AGRUPAMENTO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elix Titling" pitchFamily="82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714612" y="2928934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método</a:t>
            </a:r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  </a:t>
            </a:r>
            <a:r>
              <a:rPr lang="en-US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hierárquico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elix Titling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r="1559" b="11316"/>
          <a:stretch>
            <a:fillRect/>
          </a:stretch>
        </p:blipFill>
        <p:spPr bwMode="auto">
          <a:xfrm>
            <a:off x="50104" y="1428736"/>
            <a:ext cx="9021911" cy="3919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642910" y="285728"/>
            <a:ext cx="7321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Estrutura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de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grupos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contida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no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dendrograma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resultante</a:t>
            </a:r>
            <a:endParaRPr lang="en-US" sz="2400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itchFamily="34" charset="0"/>
            </a:endParaRPr>
          </a:p>
          <a:p>
            <a:pPr algn="ctr"/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da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análise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de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agrupamento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por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método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hierárquico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500166" y="1643050"/>
            <a:ext cx="6435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ANÁLISE DE AGRUPAMENTO</a:t>
            </a:r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elix Titling" pitchFamily="82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357422" y="2928934"/>
            <a:ext cx="47147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método</a:t>
            </a:r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  </a:t>
            </a:r>
            <a:r>
              <a:rPr lang="en-US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não</a:t>
            </a:r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 </a:t>
            </a:r>
            <a:r>
              <a:rPr lang="en-US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hierárquico</a:t>
            </a:r>
            <a:endParaRPr lang="en-US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elix Titling" pitchFamily="82" charset="0"/>
            </a:endParaRPr>
          </a:p>
          <a:p>
            <a:endParaRPr lang="en-US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elix Titling" pitchFamily="82" charset="0"/>
            </a:endParaRPr>
          </a:p>
          <a:p>
            <a:endParaRPr lang="en-US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elix Titling" pitchFamily="82" charset="0"/>
            </a:endParaRPr>
          </a:p>
          <a:p>
            <a:pPr algn="ctr"/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itchFamily="82" charset="0"/>
              </a:rPr>
              <a:t>K - means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elix Titling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 l="9193" t="22243" r="76887" b="57500"/>
          <a:stretch>
            <a:fillRect/>
          </a:stretch>
        </p:blipFill>
        <p:spPr bwMode="auto">
          <a:xfrm>
            <a:off x="112734" y="1785926"/>
            <a:ext cx="2879871" cy="23574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 l="9495" t="22497" r="76854" b="53234"/>
          <a:stretch>
            <a:fillRect/>
          </a:stretch>
        </p:blipFill>
        <p:spPr bwMode="auto">
          <a:xfrm>
            <a:off x="6215042" y="1285860"/>
            <a:ext cx="2928958" cy="29289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 l="9218" t="22314" r="77247" b="64478"/>
          <a:stretch>
            <a:fillRect/>
          </a:stretch>
        </p:blipFill>
        <p:spPr bwMode="auto">
          <a:xfrm>
            <a:off x="3286116" y="2143116"/>
            <a:ext cx="2727717" cy="14972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 l="9272" t="22239" r="76776" b="55523"/>
          <a:stretch>
            <a:fillRect/>
          </a:stretch>
        </p:blipFill>
        <p:spPr bwMode="auto">
          <a:xfrm>
            <a:off x="3071802" y="4000504"/>
            <a:ext cx="2906039" cy="2605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CaixaDeTexto 5"/>
          <p:cNvSpPr txBox="1"/>
          <p:nvPr/>
        </p:nvSpPr>
        <p:spPr>
          <a:xfrm>
            <a:off x="1928794" y="357166"/>
            <a:ext cx="538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Berlin Sans FB" pitchFamily="34" charset="0"/>
              </a:rPr>
              <a:t>classificação</a:t>
            </a:r>
            <a:r>
              <a:rPr lang="en-US" sz="2400" dirty="0" smtClean="0">
                <a:latin typeface="Berlin Sans FB" pitchFamily="34" charset="0"/>
              </a:rPr>
              <a:t> dos </a:t>
            </a:r>
            <a:r>
              <a:rPr lang="en-US" sz="2400" dirty="0" err="1" smtClean="0">
                <a:latin typeface="Berlin Sans FB" pitchFamily="34" charset="0"/>
              </a:rPr>
              <a:t>paises</a:t>
            </a:r>
            <a:r>
              <a:rPr lang="en-US" sz="2400" dirty="0" smtClean="0">
                <a:latin typeface="Berlin Sans FB" pitchFamily="34" charset="0"/>
              </a:rPr>
              <a:t> </a:t>
            </a:r>
            <a:r>
              <a:rPr lang="en-US" sz="2400" dirty="0" err="1" smtClean="0">
                <a:latin typeface="Berlin Sans FB" pitchFamily="34" charset="0"/>
              </a:rPr>
              <a:t>em</a:t>
            </a:r>
            <a:r>
              <a:rPr lang="en-US" sz="2400" dirty="0" smtClean="0">
                <a:latin typeface="Berlin Sans FB" pitchFamily="34" charset="0"/>
              </a:rPr>
              <a:t> </a:t>
            </a:r>
            <a:r>
              <a:rPr lang="en-US" sz="2400" dirty="0" err="1" smtClean="0">
                <a:latin typeface="Berlin Sans FB" pitchFamily="34" charset="0"/>
              </a:rPr>
              <a:t>quatro</a:t>
            </a:r>
            <a:r>
              <a:rPr lang="en-US" sz="2400" dirty="0" smtClean="0">
                <a:latin typeface="Berlin Sans FB" pitchFamily="34" charset="0"/>
              </a:rPr>
              <a:t> </a:t>
            </a:r>
            <a:r>
              <a:rPr lang="en-US" sz="2400" dirty="0" err="1" smtClean="0">
                <a:latin typeface="Berlin Sans FB" pitchFamily="34" charset="0"/>
              </a:rPr>
              <a:t>grupos</a:t>
            </a:r>
            <a:endParaRPr lang="en-US" sz="2400" dirty="0">
              <a:latin typeface="Berlin Sans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177263" y="1285860"/>
          <a:ext cx="8861471" cy="4301685"/>
        </p:xfrm>
        <a:graphic>
          <a:graphicData uri="http://schemas.openxmlformats.org/presentationml/2006/ole">
            <p:oleObj spid="_x0000_s26626" name="Graph" r:id="rId3" imgW="9144000" imgH="4457880" progId="STATISTICA.Graph">
              <p:embed/>
            </p:oleObj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028186" y="285728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C E N T R Ó I D E    D O S   G R U P O S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57298"/>
            <a:ext cx="9179379" cy="412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454838" y="285728"/>
            <a:ext cx="8335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distribuição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dos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grupos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resultantes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das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análises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de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agrupamento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5379" y="1357298"/>
            <a:ext cx="921475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559835" y="285728"/>
            <a:ext cx="812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distribuição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dos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grupos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resultantes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na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análise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 de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</a:rPr>
              <a:t>agrupamento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81</Words>
  <Application>Microsoft Office PowerPoint</Application>
  <PresentationFormat>Apresentação na tela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Tema do Office</vt:lpstr>
      <vt:lpstr>Graph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 Home Center</dc:creator>
  <cp:lastModifiedBy>Ferraudo</cp:lastModifiedBy>
  <cp:revision>36</cp:revision>
  <dcterms:created xsi:type="dcterms:W3CDTF">2012-10-07T06:44:50Z</dcterms:created>
  <dcterms:modified xsi:type="dcterms:W3CDTF">2026-04-26T14:12:39Z</dcterms:modified>
</cp:coreProperties>
</file>